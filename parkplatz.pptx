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200" d="100"/>
          <a:sy n="200" d="100"/>
        </p:scale>
        <p:origin x="-3446" y="-7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1E160B-8591-EB99-1C8F-433BAEF67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FE1FB1D-7281-5C7F-99C4-CAA08CE1E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56BB65-53DB-6A63-0C60-3BDAC245D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EFFC94F-38F2-EAFA-B0D8-F30FF84C5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B1E6F0-288F-4A83-96F9-F765A8E31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8285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20592B-CB38-A1A6-A9CD-0A06FEED1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150CA5-F166-3B96-E3DF-79B049023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213B2B-279D-0651-B58A-335ECBEE7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64B9D0D-219D-7E70-39CE-19A707C3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93EA8D-6204-FC4B-7D69-6DF8A621A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38640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15C75F-AB2F-5E90-586E-971211654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683BC66-744A-F963-6B13-31DA7953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437187E-6B15-28F5-CF3B-31498E53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1A18247-EF94-DAD6-93C0-14810AB4C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C405CC-8E4F-2CB0-794F-AE84AAFDB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27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8EB0E4-C36A-78AC-C556-A4AFC136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7C7C37-8696-9635-A1E0-8E9610F1A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45D9AB-F536-DB73-FFDF-D823F6A15C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971B9D-5867-96F9-19C9-1839D2ACD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A50950B-CAFD-B0FA-E5A3-86051C3A6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3AABBE-DCF7-5DEB-6E45-8DCFFEFA3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1710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039D67-7A5C-703A-0A04-D0BECA558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B26EC07-B4A4-443B-21C7-D60290745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ED05537-5BCE-497C-C0C4-AE232593C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63E175C-54DB-0394-01D2-7BE3A4DDB5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87A7F79-3916-72C6-3B8B-CCBF04EE3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E905647-6E2F-C88A-A01A-6B3CFD12A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2FA89875-B3A4-012F-89E1-E413B5F4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A4AAF44-3335-97C2-B866-68CC4D3FE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32136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64D294-588C-B62D-517B-521D7C5FA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5000196-1F74-E875-727F-5FB8595B9A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EFDEB09-88D5-B1D2-375B-7B80E9EF8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545F707-BA2E-CC7C-6FC6-DFD0957F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051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FFC3EC-FE45-4E29-BD5C-4468E6501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9EB0ADF3-D542-BDF4-DAEF-79252A710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EDFE939-1A6D-7BF2-F12D-8A3539F58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297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7BB5CE-35A7-D952-7CB3-65DEE5A53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7D0E574-EFDF-69BD-E310-EBD5A7B58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6676D62-6C42-F4FB-297A-CE74C96683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3CACDA8-8DBD-6762-381F-A44A82B8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3AD79BB-CDE7-5331-B6AD-6353E85F4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0EE4FDF-9404-1DA2-E2B5-B608E555D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4597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DFEF23-C532-319B-384C-16373C0CC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EB4ABF6-79D2-FD33-B454-39030AA34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3FDE5D-1B72-E847-C73A-2500A89D7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6B34DD0-9A73-2D2B-6434-658BBBE8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D6BDAE3-5E2E-BB22-EAE9-533AAE1D69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B598A62-838E-21DA-F210-513DAC3E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36000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71E242-9129-B3E2-7507-5829379EE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407629E-CC97-4E14-9430-0DE8E9FB7B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A333B98-4759-F727-E335-08A97FCD6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3F90CD-DD6B-0708-35DA-0C0C667ADC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29CB8FD-B939-EDCA-D9A4-51D0EA84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4760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FF0C58E-9C2F-A14E-83A9-9180760C4E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E849F40-9962-D37F-D8AE-D0C55AC25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A32EFA-E895-1031-1352-A71437546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5DADBDE-2E3F-A2FE-2E0F-F493B563B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C61F66F-D5BE-9F77-89D2-09E503161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63382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529ED9E-3A72-8A58-3667-5015D3216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9264A1A-6304-3268-43C6-B721C0A1AC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A3714E-6824-FBB6-E273-E37C2BF69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FCE221-CEC3-46B0-B23D-6C4564187C6A}" type="datetimeFigureOut">
              <a:rPr lang="de-DE" smtClean="0"/>
              <a:t>22.06.2026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3D3BFE-0D9F-A29D-5A0F-FB4A73210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AD469D8-3EF0-57D3-E798-27B31003F6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7923A-1A00-4910-B87E-BAB2875EE20A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CC7FB785-C135-4C95-F41E-A640ACD2B53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9912" y="6672580"/>
            <a:ext cx="4127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– Intern –</a:t>
            </a:r>
          </a:p>
        </p:txBody>
      </p:sp>
    </p:spTree>
    <p:extLst>
      <p:ext uri="{BB962C8B-B14F-4D97-AF65-F5344CB8AC3E}">
        <p14:creationId xmlns:p14="http://schemas.microsoft.com/office/powerpoint/2010/main" val="2007014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ED14DBFE-9095-EF79-065F-1816A0AEC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2837" y="938212"/>
            <a:ext cx="4886325" cy="4981575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D751106-07EE-D7F6-3375-769DD3E787B1}"/>
              </a:ext>
            </a:extLst>
          </p:cNvPr>
          <p:cNvSpPr/>
          <p:nvPr/>
        </p:nvSpPr>
        <p:spPr>
          <a:xfrm>
            <a:off x="3866322" y="1162878"/>
            <a:ext cx="1749287" cy="85476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F9CD9DF-81A7-56F5-0DA7-989BF29B2732}"/>
              </a:ext>
            </a:extLst>
          </p:cNvPr>
          <p:cNvSpPr/>
          <p:nvPr/>
        </p:nvSpPr>
        <p:spPr>
          <a:xfrm rot="4233207">
            <a:off x="7124521" y="3316646"/>
            <a:ext cx="140494" cy="1847084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Pfeil: nach rechts 7">
            <a:extLst>
              <a:ext uri="{FF2B5EF4-FFF2-40B4-BE49-F238E27FC236}">
                <a16:creationId xmlns:a16="http://schemas.microsoft.com/office/drawing/2014/main" id="{35A37204-F610-1A65-57B8-16B3E4CC1123}"/>
              </a:ext>
            </a:extLst>
          </p:cNvPr>
          <p:cNvSpPr/>
          <p:nvPr/>
        </p:nvSpPr>
        <p:spPr>
          <a:xfrm rot="4393739">
            <a:off x="6140375" y="4563010"/>
            <a:ext cx="320297" cy="177853"/>
          </a:xfrm>
          <a:prstGeom prst="rightArrow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294BE48-3C6E-7A06-58FF-B391124DDB09}"/>
              </a:ext>
            </a:extLst>
          </p:cNvPr>
          <p:cNvSpPr/>
          <p:nvPr/>
        </p:nvSpPr>
        <p:spPr>
          <a:xfrm rot="9765420">
            <a:off x="7795038" y="1526175"/>
            <a:ext cx="106303" cy="2835305"/>
          </a:xfrm>
          <a:prstGeom prst="rect">
            <a:avLst/>
          </a:prstGeom>
          <a:solidFill>
            <a:srgbClr val="A6A6A6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2817F4E8-249A-C7BE-4330-631A1284BE39}"/>
              </a:ext>
            </a:extLst>
          </p:cNvPr>
          <p:cNvSpPr/>
          <p:nvPr/>
        </p:nvSpPr>
        <p:spPr>
          <a:xfrm rot="16200000">
            <a:off x="4189320" y="1185923"/>
            <a:ext cx="182353" cy="424800"/>
          </a:xfrm>
          <a:prstGeom prst="rect">
            <a:avLst/>
          </a:prstGeom>
          <a:solidFill>
            <a:schemeClr val="bg1">
              <a:lumMod val="65000"/>
              <a:alpha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2E4C7C85-C2A8-A800-1062-8D441887D11F}"/>
              </a:ext>
            </a:extLst>
          </p:cNvPr>
          <p:cNvSpPr/>
          <p:nvPr/>
        </p:nvSpPr>
        <p:spPr>
          <a:xfrm rot="5400000">
            <a:off x="4161147" y="1497936"/>
            <a:ext cx="255551" cy="407948"/>
          </a:xfrm>
          <a:prstGeom prst="rect">
            <a:avLst/>
          </a:prstGeom>
          <a:solidFill>
            <a:srgbClr val="C00000">
              <a:alpha val="40000"/>
            </a:srgb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5237566D-0663-F03E-036D-FC696C825F67}"/>
              </a:ext>
            </a:extLst>
          </p:cNvPr>
          <p:cNvSpPr txBox="1"/>
          <p:nvPr/>
        </p:nvSpPr>
        <p:spPr>
          <a:xfrm>
            <a:off x="4694671" y="1204802"/>
            <a:ext cx="100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Parken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A209CBCC-23E0-CD45-E25E-8186211E660A}"/>
              </a:ext>
            </a:extLst>
          </p:cNvPr>
          <p:cNvSpPr txBox="1"/>
          <p:nvPr/>
        </p:nvSpPr>
        <p:spPr>
          <a:xfrm>
            <a:off x="4702632" y="1518262"/>
            <a:ext cx="10048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Fußweg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0E646B7-FEF6-4014-DF9F-98FD123BA19D}"/>
              </a:ext>
            </a:extLst>
          </p:cNvPr>
          <p:cNvSpPr/>
          <p:nvPr/>
        </p:nvSpPr>
        <p:spPr>
          <a:xfrm rot="10800000">
            <a:off x="7402188" y="938211"/>
            <a:ext cx="91892" cy="652047"/>
          </a:xfrm>
          <a:prstGeom prst="rect">
            <a:avLst/>
          </a:prstGeom>
          <a:solidFill>
            <a:srgbClr val="A6A6A6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9E2BF39-3D95-8C24-23EB-C42F1D164C75}"/>
              </a:ext>
            </a:extLst>
          </p:cNvPr>
          <p:cNvSpPr/>
          <p:nvPr/>
        </p:nvSpPr>
        <p:spPr>
          <a:xfrm rot="10800000">
            <a:off x="8249343" y="4308539"/>
            <a:ext cx="94826" cy="1632356"/>
          </a:xfrm>
          <a:prstGeom prst="rect">
            <a:avLst/>
          </a:prstGeom>
          <a:solidFill>
            <a:srgbClr val="A6A6A6">
              <a:alpha val="4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688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5468c62-1a6b-4fe4-8dac-294b6f02ba6b}" enabled="1" method="Standard" siteId="{6740ab35-e70b-48b0-a200-81d690e233e1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>DATEV eG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Schaub, Christoff</dc:creator>
  <cp:lastModifiedBy>Schaub, Christoff</cp:lastModifiedBy>
  <cp:revision>3</cp:revision>
  <dcterms:created xsi:type="dcterms:W3CDTF">2026-06-13T12:50:38Z</dcterms:created>
  <dcterms:modified xsi:type="dcterms:W3CDTF">2026-06-22T15:41:54Z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Office:8</vt:lpwstr>
  </property>
  <property fmtid="{D5CDD505-2E9C-101B-9397-08002B2CF9AE}" pid="3" name="ClassificationContentMarkingFooterText">
    <vt:lpwstr>– Intern –</vt:lpwstr>
  </property>
</Properties>
</file>